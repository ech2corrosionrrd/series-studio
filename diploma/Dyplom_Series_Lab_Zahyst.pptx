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1A1B1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5C7CF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2011680"/>
            <a:ext cx="107899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Розробка веб-сайту зі створення</a:t>
            </a:r>
            <a:endParaRPr lang="en-US" sz="3200" dirty="0"/>
          </a:p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NFT-зображень для блокчейну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3383280"/>
            <a:ext cx="10789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ED4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Титаренко Володимир · група 441 · спец. 124 «Системний аналіз»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CED4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Керівник: ст. викл. Яресько Д. І. · ХАІ, каф. 404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CED4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Series Lab v1.9.0 · lab.w3ir.io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61520" cy="822960"/>
          </a:xfrm>
          <a:prstGeom prst="rect">
            <a:avLst/>
          </a:prstGeom>
          <a:solidFill>
            <a:srgbClr val="1A1B1E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201168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Актуальність і проблема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097280"/>
            <a:ext cx="5669280" cy="411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Шлях автора розбитий на окремі інструменти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Помилка після завантаження в постійне сховище невиправна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Сторонні сервіси часто просять приватний ключ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Потрібна єдина система без ключів на сервері</a:t>
            </a:r>
            <a:endParaRPr lang="en-US" sz="1600" dirty="0"/>
          </a:p>
        </p:txBody>
      </p:sp>
      <p:pic>
        <p:nvPicPr>
          <p:cNvPr id="6" name="Image 0" descr="C:\Gremlins\series-studio\diploma\figures\rys-1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0" y="1188720"/>
            <a:ext cx="521208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61520" cy="822960"/>
          </a:xfrm>
          <a:prstGeom prst="rect">
            <a:avLst/>
          </a:prstGeom>
          <a:solidFill>
            <a:srgbClr val="1A1B1E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201168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Мета і дерево цілей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05156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Мета: від базової картинки до перевіреного архіву й випуску в Solana без передачі ключів на сервер.</a:t>
            </a:r>
            <a:endParaRPr lang="en-US" sz="1500" dirty="0"/>
          </a:p>
        </p:txBody>
      </p:sp>
      <p:pic>
        <p:nvPicPr>
          <p:cNvPr id="6" name="Image 0" descr="C:\Gremlins\series-studio\diploma\figures\rys-1-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71600" y="1828800"/>
            <a:ext cx="9418320" cy="438912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61520" cy="822960"/>
          </a:xfrm>
          <a:prstGeom prst="rect">
            <a:avLst/>
          </a:prstGeom>
          <a:solidFill>
            <a:srgbClr val="1A1B1E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201168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Аналоги та ефект «до / після»</a:t>
            </a:r>
            <a:endParaRPr lang="en-US" sz="22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4114800"/>
                <a:gridCol w="438912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Параметр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B1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До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B1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Після (Series Lab)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B1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43A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Інструменти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43A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4–6 розрізнених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43A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майстерня + CLI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43A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Відтворюваність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43A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зазвичай немає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43A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зерно + diff-seed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43A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Перевірка архіву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43A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ручна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43A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preflight блокує помилки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43A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Ключі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43A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ризик веб-форм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43A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лише локальний CLI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43A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Витрати API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43A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після факту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43A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ціна → резерв → refund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61520" cy="822960"/>
          </a:xfrm>
          <a:prstGeom prst="rect">
            <a:avLst/>
          </a:prstGeom>
          <a:solidFill>
            <a:srgbClr val="1A1B1E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201168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Вимоги → модуль → тест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188720"/>
            <a:ext cx="11247120" cy="4572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ФВ-2 / НВ-1 → rng/build → diff-seed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ФВ-8 → preflight → тести + сценарій 2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ФВ-10 / НВ-2 → secrets + CLI → сценарії 3, 5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ФВ-11 / НВ-4 → solpay/billing → одноразове зарахування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ФВ-14 / НВ-8 → locales + docs:check / audit:i18n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61520" cy="822960"/>
          </a:xfrm>
          <a:prstGeom prst="rect">
            <a:avLst/>
          </a:prstGeom>
          <a:solidFill>
            <a:srgbClr val="1A1B1E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201168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Архітектура та взаємодія з користувачем</a:t>
            </a:r>
            <a:endParaRPr lang="en-US" sz="2200" dirty="0"/>
          </a:p>
        </p:txBody>
      </p:sp>
      <p:pic>
        <p:nvPicPr>
          <p:cNvPr id="5" name="Image 0" descr="C:\Gremlins\series-studio\diploma\figures\rys-2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097280"/>
            <a:ext cx="5760720" cy="5029200"/>
          </a:xfrm>
          <a:prstGeom prst="rect">
            <a:avLst/>
          </a:prstGeom>
        </p:spPr>
      </p:pic>
      <p:pic>
        <p:nvPicPr>
          <p:cNvPr id="6" name="Image 1" descr="C:\Gremlins\series-studio\diploma\figures\rys-2-3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097280"/>
            <a:ext cx="5577840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61520" cy="822960"/>
          </a:xfrm>
          <a:prstGeom prst="rect">
            <a:avLst/>
          </a:prstGeom>
          <a:solidFill>
            <a:srgbClr val="1A1B1E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201168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Майстерня: етапи роботи (скріни)</a:t>
            </a:r>
            <a:endParaRPr lang="en-US" sz="2200" dirty="0"/>
          </a:p>
        </p:txBody>
      </p:sp>
      <p:pic>
        <p:nvPicPr>
          <p:cNvPr id="5" name="Image 0" descr="C:\Gremlins\series-studio\diploma\figures\rys-3-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8600" y="1051560"/>
            <a:ext cx="3840480" cy="5212080"/>
          </a:xfrm>
          <a:prstGeom prst="rect">
            <a:avLst/>
          </a:prstGeom>
        </p:spPr>
      </p:pic>
      <p:pic>
        <p:nvPicPr>
          <p:cNvPr id="6" name="Image 1" descr="C:\Gremlins\series-studio\diploma\figures\rys-3-4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60520" y="1051560"/>
            <a:ext cx="3840480" cy="5212080"/>
          </a:xfrm>
          <a:prstGeom prst="rect">
            <a:avLst/>
          </a:prstGeom>
        </p:spPr>
      </p:pic>
      <p:pic>
        <p:nvPicPr>
          <p:cNvPr id="7" name="Image 2" descr="C:\Gremlins\series-studio\diploma\figures\rys-3-5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92440" y="1051560"/>
            <a:ext cx="3840480" cy="521208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61520" cy="822960"/>
          </a:xfrm>
          <a:prstGeom prst="rect">
            <a:avLst/>
          </a:prstGeom>
          <a:solidFill>
            <a:srgbClr val="1A1B1E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201168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Ворота перевірки та набір деплою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09728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Помилки preflight блокують ZIP (HTTP 422)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Попередження лише інформують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Деплой готує кроки; ключ у браузер не вводиться</a:t>
            </a:r>
            <a:endParaRPr lang="en-US" sz="1600" dirty="0"/>
          </a:p>
        </p:txBody>
      </p:sp>
      <p:pic>
        <p:nvPicPr>
          <p:cNvPr id="6" name="Image 0" descr="C:\Gremlins\series-studio\diploma\figures\rys-3-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0" y="1097280"/>
            <a:ext cx="6035040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61520" cy="822960"/>
          </a:xfrm>
          <a:prstGeom prst="rect">
            <a:avLst/>
          </a:prstGeom>
          <a:solidFill>
            <a:srgbClr val="1A1B1E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201168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Шлях випуску на Solana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09728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950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release-init → upload → hidden → guards → verify → mint → reveal</a:t>
            </a:r>
            <a:endParaRPr lang="en-US" sz="1600" dirty="0"/>
          </a:p>
        </p:txBody>
      </p:sp>
      <p:pic>
        <p:nvPicPr>
          <p:cNvPr id="6" name="Image 0" descr="C:\Gremlins\series-studio\diploma\figures\dod-b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1680" y="1737360"/>
            <a:ext cx="8138160" cy="43891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61520" cy="822960"/>
          </a:xfrm>
          <a:prstGeom prst="rect">
            <a:avLst/>
          </a:prstGeom>
          <a:solidFill>
            <a:srgbClr val="1A1B1E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201168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Вхід гаманцем і оплата USDC</a:t>
            </a:r>
            <a:endParaRPr lang="en-US" sz="2200" dirty="0"/>
          </a:p>
        </p:txBody>
      </p:sp>
      <p:pic>
        <p:nvPicPr>
          <p:cNvPr id="5" name="Image 0" descr="C:\Gremlins\series-studio\diploma\figures\rys-3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051560"/>
            <a:ext cx="5760720" cy="5120640"/>
          </a:xfrm>
          <a:prstGeom prst="rect">
            <a:avLst/>
          </a:prstGeom>
        </p:spPr>
      </p:pic>
      <p:pic>
        <p:nvPicPr>
          <p:cNvPr id="6" name="Image 1" descr="C:\Gremlins\series-studio\diploma\figures\rys-3-7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188720"/>
            <a:ext cx="5577840" cy="475488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61520" cy="822960"/>
          </a:xfrm>
          <a:prstGeom prst="rect">
            <a:avLst/>
          </a:prstGeom>
          <a:solidFill>
            <a:srgbClr val="1A1B1E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201168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Якість: 457 тестів, npm run ci, Docker</a:t>
            </a:r>
            <a:endParaRPr lang="en-US" sz="2200" dirty="0"/>
          </a:p>
        </p:txBody>
      </p:sp>
      <p:pic>
        <p:nvPicPr>
          <p:cNvPr id="5" name="Image 0" descr="C:\Gremlins\series-studio\diploma\figures\rys-4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188720"/>
            <a:ext cx="5760720" cy="4754880"/>
          </a:xfrm>
          <a:prstGeom prst="rect">
            <a:avLst/>
          </a:prstGeom>
        </p:spPr>
      </p:pic>
      <p:pic>
        <p:nvPicPr>
          <p:cNvPr id="6" name="Image 1" descr="C:\Gremlins\series-studio\diploma\figures\rys-4-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188720"/>
            <a:ext cx="5577840" cy="475488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61520" cy="822960"/>
          </a:xfrm>
          <a:prstGeom prst="rect">
            <a:avLst/>
          </a:prstGeom>
          <a:solidFill>
            <a:srgbClr val="1A1B1E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201168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Економіка</a:t>
            </a:r>
            <a:endParaRPr lang="en-US" sz="2200" dirty="0"/>
          </a:p>
        </p:txBody>
      </p:sp>
      <p:pic>
        <p:nvPicPr>
          <p:cNvPr id="5" name="Image 0" descr="C:\Gremlins\series-studio\diploma\figures\rys-5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2880" y="1097280"/>
            <a:ext cx="5852160" cy="5029200"/>
          </a:xfrm>
          <a:prstGeom prst="rect">
            <a:avLst/>
          </a:prstGeom>
        </p:spPr>
      </p:pic>
      <p:pic>
        <p:nvPicPr>
          <p:cNvPr id="6" name="Image 1" descr="C:\Gremlins\series-studio\diploma\figures\rys-5-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1280160"/>
            <a:ext cx="576072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61520" cy="822960"/>
          </a:xfrm>
          <a:prstGeom prst="rect">
            <a:avLst/>
          </a:prstGeom>
          <a:solidFill>
            <a:srgbClr val="1A1B1E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201168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Апробація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280160"/>
            <a:ext cx="11247120" cy="411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Публічна бета: https://lab.w3ir.io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Документація: https://studio.w3ir.io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Протокол А1–А7 і сценарії 1–6 — пройдено 05.10.2026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Акт про дослідну експлуатацію — файл 17</a:t>
            </a:r>
            <a:endParaRPr lang="en-US" sz="1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1A1B1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5C7CF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2011680"/>
            <a:ext cx="107899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Висновки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3383280"/>
            <a:ext cx="10789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ED4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Створено Series Lab v1.10.0: майстерня, 25 CLI, 95 API, 457 тестів.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CED4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Ключі не на сервері · USDC напряму · preflight · відтворюваність.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CED4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Дякую за увагу!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Series Lab — захист диплома</dc:title>
  <dc:subject>Розробка веб-сайту зі створення NFT-зображень для блокчейну</dc:subject>
  <dc:creator>Титаренко Володимир</dc:creator>
  <cp:lastModifiedBy>Титаренко Володимир</cp:lastModifiedBy>
  <cp:revision>1</cp:revision>
  <dcterms:created xsi:type="dcterms:W3CDTF">2026-10-09T23:40:43Z</dcterms:created>
  <dcterms:modified xsi:type="dcterms:W3CDTF">2026-10-09T23:40:43Z</dcterms:modified>
</cp:coreProperties>
</file>