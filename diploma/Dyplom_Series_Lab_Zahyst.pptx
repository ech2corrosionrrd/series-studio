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0116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веб-сайту зі створення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NFT-зображень для блокчейну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Титаренко Володимир · група 441 · спец. 124 «Системний аналіз»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ст. викл. Яресько Д. І. · ХАІ, каф. 404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Lab v1.9.0 · lab.w3ir.io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і проблема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Шлях автора розбитий на окремі інструменти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 після завантаження в постійне сховище невиправна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Сторонні сервіси часто просять приватний ключ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Потрібна єдина система без ключів на сервері</a:t>
            </a:r>
            <a:endParaRPr lang="en-US" sz="1600" dirty="0"/>
          </a:p>
        </p:txBody>
      </p:sp>
      <p:pic>
        <p:nvPicPr>
          <p:cNvPr id="6" name="Image 0" descr="C:\Gremlins\series-studio\diploma\figures\rys-1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8872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і дерево цілей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Мета: від базової картинки до перевіреного архіву й випуску в Solana без передачі ключів на сервер.</a:t>
            </a:r>
            <a:endParaRPr lang="en-US" sz="1500" dirty="0"/>
          </a:p>
        </p:txBody>
      </p:sp>
      <p:pic>
        <p:nvPicPr>
          <p:cNvPr id="6" name="Image 0" descr="C:\Gremlins\series-studio\diploma\figures\rys-1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28800"/>
            <a:ext cx="94183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 та ефект «до / після»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389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Після (Series Lab)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B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Інструменти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розрізнених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майстерня + CLI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Відтворюваність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зазвичай немає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зерно + diff-seed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Перевірка архіву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preflight блокує помилки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ризик веб-форм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лише локальний CLI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Витрати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після факту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 → резерв → refund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Вимоги → модуль → тест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ФВ-2 / НВ-1 → rng/build → diff-seed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ФВ-8 → preflight → тести + сценарій 2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ФВ-10 / НВ-2 → secrets + CLI → сценарії 3, 5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ФВ-11 / НВ-4 → solpay/billing → одноразове зарахування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ФВ-14 / НВ-8 → locales + docs:check / audit:i18n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та взаємодія з користувачем</a:t>
            </a:r>
            <a:endParaRPr lang="en-US" sz="2200" dirty="0"/>
          </a:p>
        </p:txBody>
      </p:sp>
      <p:pic>
        <p:nvPicPr>
          <p:cNvPr id="5" name="Image 0" descr="C:\Gremlins\series-studio\diploma\figures\rys-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5760720" cy="5029200"/>
          </a:xfrm>
          <a:prstGeom prst="rect">
            <a:avLst/>
          </a:prstGeom>
        </p:spPr>
      </p:pic>
      <p:pic>
        <p:nvPicPr>
          <p:cNvPr id="6" name="Image 1" descr="C:\Gremlins\series-studio\diploma\figures\rys-2-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5778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Майстерня: етапи роботи (скріни)</a:t>
            </a:r>
            <a:endParaRPr lang="en-US" sz="2200" dirty="0"/>
          </a:p>
        </p:txBody>
      </p:sp>
      <p:pic>
        <p:nvPicPr>
          <p:cNvPr id="5" name="Image 0" descr="C:\Gremlins\series-studio\diploma\figures\rys-3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51560"/>
            <a:ext cx="3840480" cy="5212080"/>
          </a:xfrm>
          <a:prstGeom prst="rect">
            <a:avLst/>
          </a:prstGeom>
        </p:spPr>
      </p:pic>
      <p:pic>
        <p:nvPicPr>
          <p:cNvPr id="6" name="Image 1" descr="C:\Gremlins\series-studio\diploma\figures\rys-3-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051560"/>
            <a:ext cx="3840480" cy="5212080"/>
          </a:xfrm>
          <a:prstGeom prst="rect">
            <a:avLst/>
          </a:prstGeom>
        </p:spPr>
      </p:pic>
      <p:pic>
        <p:nvPicPr>
          <p:cNvPr id="7" name="Image 2" descr="C:\Gremlins\series-studio\diploma\figures\rys-3-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051560"/>
            <a:ext cx="3840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Ворота перевірки та набір деплою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Помилки preflight блокують ZIP (HTTP 422)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Попередження лише інформують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готує кроки; ключ у браузер не вводиться</a:t>
            </a:r>
            <a:endParaRPr lang="en-US" sz="1600" dirty="0"/>
          </a:p>
        </p:txBody>
      </p:sp>
      <p:pic>
        <p:nvPicPr>
          <p:cNvPr id="6" name="Image 0" descr="C:\Gremlins\series-studio\diploma\figures\rys-3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097280"/>
            <a:ext cx="60350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Шлях випуску на Solana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95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release-init → upload → hidden → guards → verify → mint → reveal</a:t>
            </a:r>
            <a:endParaRPr lang="en-US" sz="1600" dirty="0"/>
          </a:p>
        </p:txBody>
      </p:sp>
      <p:pic>
        <p:nvPicPr>
          <p:cNvPr id="6" name="Image 0" descr="C:\Gremlins\series-studio\diploma\figures\dod-b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737360"/>
            <a:ext cx="8138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 гаманцем і оплата USDC</a:t>
            </a:r>
            <a:endParaRPr lang="en-US" sz="2200" dirty="0"/>
          </a:p>
        </p:txBody>
      </p:sp>
      <p:pic>
        <p:nvPicPr>
          <p:cNvPr id="5" name="Image 0" descr="C:\Gremlins\series-studio\diploma\figures\rys-3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5760720" cy="5120640"/>
          </a:xfrm>
          <a:prstGeom prst="rect">
            <a:avLst/>
          </a:prstGeom>
        </p:spPr>
      </p:pic>
      <p:pic>
        <p:nvPicPr>
          <p:cNvPr id="6" name="Image 1" descr="C:\Gremlins\series-studio\diploma\figures\rys-3-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Якість: 439 тестів, npm run ci, Docker</a:t>
            </a:r>
            <a:endParaRPr lang="en-US" sz="2200" dirty="0"/>
          </a:p>
        </p:txBody>
      </p:sp>
      <p:pic>
        <p:nvPicPr>
          <p:cNvPr id="5" name="Image 0" descr="C:\Gremlins\series-studio\diploma\figures\rys-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760720" cy="4754880"/>
          </a:xfrm>
          <a:prstGeom prst="rect">
            <a:avLst/>
          </a:prstGeom>
        </p:spPr>
      </p:pic>
      <p:pic>
        <p:nvPicPr>
          <p:cNvPr id="6" name="Image 1" descr="C:\Gremlins\series-studio\diploma\figures\rys-4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Економіка</a:t>
            </a:r>
            <a:endParaRPr lang="en-US" sz="2200" dirty="0"/>
          </a:p>
        </p:txBody>
      </p:sp>
      <p:pic>
        <p:nvPicPr>
          <p:cNvPr id="5" name="Image 0" descr="C:\Gremlins\series-studio\diploma\figures\rys-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0"/>
            <a:ext cx="5852160" cy="5029200"/>
          </a:xfrm>
          <a:prstGeom prst="rect">
            <a:avLst/>
          </a:prstGeom>
        </p:spPr>
      </p:pic>
      <p:pic>
        <p:nvPicPr>
          <p:cNvPr id="6" name="Image 1" descr="C:\Gremlins\series-studio\diploma\figures\rys-5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760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Апробація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Публічна бета: https://lab.w3ir.io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Документація: https://studio.w3ir.io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А1–А7 і сценарії 1–6 — пройдено 05.10.2026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про дослідну експлуатацію — файл 17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0116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Створено Series Lab v1.9.0: майстерня, 25 CLI, 94 API, 439 тестів.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Ключі не на сервері · USDC напряму · preflight · відтворюваність.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Series Lab — захист диплома</dc:title>
  <dc:subject>Розробка веб-сайту зі створення NFT-зображень для блокчейну</dc:subject>
  <dc:creator>Титаренко Володимир</dc:creator>
  <cp:lastModifiedBy>Титаренко Володимир</cp:lastModifiedBy>
  <cp:revision>1</cp:revision>
  <dcterms:created xsi:type="dcterms:W3CDTF">2026-10-09T22:29:57Z</dcterms:created>
  <dcterms:modified xsi:type="dcterms:W3CDTF">2026-10-09T22:29:57Z</dcterms:modified>
</cp:coreProperties>
</file>