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v1.8.0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402 тести,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v1.8.0: майстерня, 24 CLI, 94 API, 402 тести.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2026-10-08T21:02:53Z</dcterms:created>
  <dcterms:modified xsi:type="dcterms:W3CDTF">2026-10-08T21:02:53Z</dcterms:modified>
</cp:coreProperties>
</file>