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v1.10.0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479 тестів, npm run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v1.10.0: майстерня, 25 CLI, 95 API, 479 тестів.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2026-10-10T09:43:26Z</dcterms:created>
  <dcterms:modified xsi:type="dcterms:W3CDTF">2026-10-10T09:43:26Z</dcterms:modified>
</cp:coreProperties>
</file>